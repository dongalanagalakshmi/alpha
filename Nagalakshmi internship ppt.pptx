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12192000" cy="6858000"/>
  <p:notesSz cx="12192000" cy="6858000"/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92"/>
  </p:normalViewPr>
  <p:slideViewPr>
    <p:cSldViewPr snapToGrid="0">
      <p:cViewPr varScale="1">
        <p:scale>
          <a:sx n="74" d="100"/>
          <a:sy n="74" d="100"/>
        </p:scale>
        <p:origin x="1042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F0D1E8-18EC-4FE9-8610-63D80E3D218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1FC0908-3926-4001-A1BB-E828F1811B27}">
      <dgm:prSet/>
      <dgm:spPr/>
      <dgm:t>
        <a:bodyPr/>
        <a:lstStyle/>
        <a:p>
          <a:r>
            <a:rPr lang="en-US"/>
            <a:t>Flame/Smoke/Temperature Sensors </a:t>
          </a:r>
          <a:r>
            <a:rPr lang="en-US">
              <a:sym typeface="Wingdings" panose="05000000000000000000" pitchFamily="2" charset="2"/>
            </a:rPr>
            <a:t></a:t>
          </a:r>
          <a:endParaRPr lang="en-IN"/>
        </a:p>
      </dgm:t>
    </dgm:pt>
    <dgm:pt modelId="{03A625B8-BB56-4DDE-94CF-DB38DAD4BD72}" type="parTrans" cxnId="{6AFF9500-CD8D-4C9E-920D-DB4876775285}">
      <dgm:prSet/>
      <dgm:spPr/>
      <dgm:t>
        <a:bodyPr/>
        <a:lstStyle/>
        <a:p>
          <a:endParaRPr lang="en-IN"/>
        </a:p>
      </dgm:t>
    </dgm:pt>
    <dgm:pt modelId="{E3BDABFB-DDA6-436B-BCF6-EAFFBAB7EBA7}" type="sibTrans" cxnId="{6AFF9500-CD8D-4C9E-920D-DB4876775285}">
      <dgm:prSet/>
      <dgm:spPr/>
      <dgm:t>
        <a:bodyPr/>
        <a:lstStyle/>
        <a:p>
          <a:endParaRPr lang="en-IN"/>
        </a:p>
      </dgm:t>
    </dgm:pt>
    <dgm:pt modelId="{2C9AE9B2-E101-4776-B138-9403F6CF8657}">
      <dgm:prSet/>
      <dgm:spPr/>
      <dgm:t>
        <a:bodyPr/>
        <a:lstStyle/>
        <a:p>
          <a:r>
            <a:rPr lang="en-US"/>
            <a:t>ESP32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</a:t>
          </a:r>
          <a:endParaRPr lang="en-IN"/>
        </a:p>
      </dgm:t>
    </dgm:pt>
    <dgm:pt modelId="{679D0A5D-F83C-44BD-911A-7488DD848392}" type="parTrans" cxnId="{B2315E93-CAC0-41C9-A779-186982CB2D3F}">
      <dgm:prSet/>
      <dgm:spPr/>
      <dgm:t>
        <a:bodyPr/>
        <a:lstStyle/>
        <a:p>
          <a:endParaRPr lang="en-IN"/>
        </a:p>
      </dgm:t>
    </dgm:pt>
    <dgm:pt modelId="{BA4CD003-EFBC-4180-811F-621071DCEAC4}" type="sibTrans" cxnId="{B2315E93-CAC0-41C9-A779-186982CB2D3F}">
      <dgm:prSet/>
      <dgm:spPr/>
      <dgm:t>
        <a:bodyPr/>
        <a:lstStyle/>
        <a:p>
          <a:endParaRPr lang="en-IN"/>
        </a:p>
      </dgm:t>
    </dgm:pt>
    <dgm:pt modelId="{C9D5E9FD-7E9A-4592-ABD6-8DFFB4C2558B}">
      <dgm:prSet/>
      <dgm:spPr/>
      <dgm:t>
        <a:bodyPr/>
        <a:lstStyle/>
        <a:p>
          <a:r>
            <a:rPr lang="en-US"/>
            <a:t>Data Collection </a:t>
          </a:r>
          <a:r>
            <a:rPr lang="en-US">
              <a:sym typeface="Wingdings" panose="05000000000000000000" pitchFamily="2" charset="2"/>
            </a:rPr>
            <a:t></a:t>
          </a:r>
          <a:endParaRPr lang="en-IN"/>
        </a:p>
      </dgm:t>
    </dgm:pt>
    <dgm:pt modelId="{450DD022-4FF4-4145-BA1E-9589B0AAD9CE}" type="parTrans" cxnId="{1B1A70E6-9ED1-4A04-B724-9F034553D63B}">
      <dgm:prSet/>
      <dgm:spPr/>
      <dgm:t>
        <a:bodyPr/>
        <a:lstStyle/>
        <a:p>
          <a:endParaRPr lang="en-IN"/>
        </a:p>
      </dgm:t>
    </dgm:pt>
    <dgm:pt modelId="{AE23269D-A7D9-4E0C-95AB-A0E0592E0B71}" type="sibTrans" cxnId="{1B1A70E6-9ED1-4A04-B724-9F034553D63B}">
      <dgm:prSet/>
      <dgm:spPr/>
      <dgm:t>
        <a:bodyPr/>
        <a:lstStyle/>
        <a:p>
          <a:endParaRPr lang="en-IN"/>
        </a:p>
      </dgm:t>
    </dgm:pt>
    <dgm:pt modelId="{D2D5681A-4560-4F8A-BA60-39E276ABA9E7}">
      <dgm:prSet/>
      <dgm:spPr/>
      <dgm:t>
        <a:bodyPr/>
        <a:lstStyle/>
        <a:p>
          <a:r>
            <a:rPr lang="en-US"/>
            <a:t>Data Processing </a:t>
          </a:r>
          <a:r>
            <a:rPr lang="en-US">
              <a:sym typeface="Wingdings" panose="05000000000000000000" pitchFamily="2" charset="2"/>
            </a:rPr>
            <a:t></a:t>
          </a:r>
          <a:endParaRPr lang="en-IN"/>
        </a:p>
      </dgm:t>
    </dgm:pt>
    <dgm:pt modelId="{CDB19A36-58CA-4755-B326-9653C07A292E}" type="parTrans" cxnId="{63A4CFB4-FAA0-420A-9B6F-44D68DF5DCF7}">
      <dgm:prSet/>
      <dgm:spPr/>
      <dgm:t>
        <a:bodyPr/>
        <a:lstStyle/>
        <a:p>
          <a:endParaRPr lang="en-IN"/>
        </a:p>
      </dgm:t>
    </dgm:pt>
    <dgm:pt modelId="{6C9483AC-A123-404F-93B0-2C3410EC01D3}" type="sibTrans" cxnId="{63A4CFB4-FAA0-420A-9B6F-44D68DF5DCF7}">
      <dgm:prSet/>
      <dgm:spPr/>
      <dgm:t>
        <a:bodyPr/>
        <a:lstStyle/>
        <a:p>
          <a:endParaRPr lang="en-IN"/>
        </a:p>
      </dgm:t>
    </dgm:pt>
    <dgm:pt modelId="{B84DA6B9-5526-48DC-83EC-E80B2D031600}">
      <dgm:prSet/>
      <dgm:spPr/>
      <dgm:t>
        <a:bodyPr/>
        <a:lstStyle/>
        <a:p>
          <a:r>
            <a:rPr lang="en-US"/>
            <a:t>Threshold Checking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</a:t>
          </a:r>
          <a:endParaRPr lang="en-IN"/>
        </a:p>
      </dgm:t>
    </dgm:pt>
    <dgm:pt modelId="{72F182BB-797C-495F-B845-0C048371BBCB}" type="parTrans" cxnId="{9FC5DE6B-649B-4064-8E57-812C5A53DB4F}">
      <dgm:prSet/>
      <dgm:spPr/>
      <dgm:t>
        <a:bodyPr/>
        <a:lstStyle/>
        <a:p>
          <a:endParaRPr lang="en-IN"/>
        </a:p>
      </dgm:t>
    </dgm:pt>
    <dgm:pt modelId="{EC115C19-7946-4B71-A38B-A8823B952F1C}" type="sibTrans" cxnId="{9FC5DE6B-649B-4064-8E57-812C5A53DB4F}">
      <dgm:prSet/>
      <dgm:spPr/>
      <dgm:t>
        <a:bodyPr/>
        <a:lstStyle/>
        <a:p>
          <a:endParaRPr lang="en-IN"/>
        </a:p>
      </dgm:t>
    </dgm:pt>
    <dgm:pt modelId="{5BE799C6-8B57-4328-B226-590FE56CCAB9}">
      <dgm:prSet/>
      <dgm:spPr/>
      <dgm:t>
        <a:bodyPr/>
        <a:lstStyle/>
        <a:p>
          <a:r>
            <a:rPr lang="en-US"/>
            <a:t>Fire Condition Decision </a:t>
          </a:r>
          <a:r>
            <a:rPr lang="en-US">
              <a:sym typeface="Wingdings" panose="05000000000000000000" pitchFamily="2" charset="2"/>
            </a:rPr>
            <a:t></a:t>
          </a:r>
          <a:endParaRPr lang="en-IN"/>
        </a:p>
      </dgm:t>
    </dgm:pt>
    <dgm:pt modelId="{033BA22B-809F-4D16-A020-7EE04A4DF816}" type="parTrans" cxnId="{5E56EB84-2E1D-4ABA-852B-BD27DCDF7730}">
      <dgm:prSet/>
      <dgm:spPr/>
      <dgm:t>
        <a:bodyPr/>
        <a:lstStyle/>
        <a:p>
          <a:endParaRPr lang="en-IN"/>
        </a:p>
      </dgm:t>
    </dgm:pt>
    <dgm:pt modelId="{6040F28C-2E20-4AAB-8E8D-3B51B384F367}" type="sibTrans" cxnId="{5E56EB84-2E1D-4ABA-852B-BD27DCDF7730}">
      <dgm:prSet/>
      <dgm:spPr/>
      <dgm:t>
        <a:bodyPr/>
        <a:lstStyle/>
        <a:p>
          <a:endParaRPr lang="en-IN"/>
        </a:p>
      </dgm:t>
    </dgm:pt>
    <dgm:pt modelId="{642ABBF2-D5C9-4677-96C2-1AEBE6731486}">
      <dgm:prSet/>
      <dgm:spPr/>
      <dgm:t>
        <a:bodyPr/>
        <a:lstStyle/>
        <a:p>
          <a:r>
            <a:rPr lang="en-US"/>
            <a:t>Buzzer/LED Alert </a:t>
          </a:r>
          <a:r>
            <a:rPr lang="en-US">
              <a:sym typeface="Wingdings" panose="05000000000000000000" pitchFamily="2" charset="2"/>
            </a:rPr>
            <a:t></a:t>
          </a:r>
          <a:endParaRPr lang="en-IN"/>
        </a:p>
      </dgm:t>
    </dgm:pt>
    <dgm:pt modelId="{373DBC3A-BE8C-4CB9-A7BA-FF0FC1F33BF5}" type="parTrans" cxnId="{C9CD6AFF-57EE-4B40-A04D-EBA1F7A9110D}">
      <dgm:prSet/>
      <dgm:spPr/>
      <dgm:t>
        <a:bodyPr/>
        <a:lstStyle/>
        <a:p>
          <a:endParaRPr lang="en-IN"/>
        </a:p>
      </dgm:t>
    </dgm:pt>
    <dgm:pt modelId="{DF595C6D-BBB4-4E07-BB29-1F67E388B0F7}" type="sibTrans" cxnId="{C9CD6AFF-57EE-4B40-A04D-EBA1F7A9110D}">
      <dgm:prSet/>
      <dgm:spPr/>
      <dgm:t>
        <a:bodyPr/>
        <a:lstStyle/>
        <a:p>
          <a:endParaRPr lang="en-IN"/>
        </a:p>
      </dgm:t>
    </dgm:pt>
    <dgm:pt modelId="{5694BEC4-4025-4473-A854-6B20428AF60A}">
      <dgm:prSet/>
      <dgm:spPr/>
      <dgm:t>
        <a:bodyPr/>
        <a:lstStyle/>
        <a:p>
          <a:r>
            <a:rPr lang="en-US"/>
            <a:t>IoT Platform </a:t>
          </a:r>
          <a:r>
            <a:rPr lang="en-US">
              <a:sym typeface="Wingdings" panose="05000000000000000000" pitchFamily="2" charset="2"/>
            </a:rPr>
            <a:t></a:t>
          </a:r>
          <a:endParaRPr lang="en-IN"/>
        </a:p>
      </dgm:t>
    </dgm:pt>
    <dgm:pt modelId="{C040CA2E-E9B3-4C11-BB12-311F31AD724A}" type="parTrans" cxnId="{11C53B19-BF96-49D1-A2DA-D59277396085}">
      <dgm:prSet/>
      <dgm:spPr/>
      <dgm:t>
        <a:bodyPr/>
        <a:lstStyle/>
        <a:p>
          <a:endParaRPr lang="en-IN"/>
        </a:p>
      </dgm:t>
    </dgm:pt>
    <dgm:pt modelId="{A1E2A996-1E0E-4138-B762-B21AB32F3EC5}" type="sibTrans" cxnId="{11C53B19-BF96-49D1-A2DA-D59277396085}">
      <dgm:prSet/>
      <dgm:spPr/>
      <dgm:t>
        <a:bodyPr/>
        <a:lstStyle/>
        <a:p>
          <a:endParaRPr lang="en-IN"/>
        </a:p>
      </dgm:t>
    </dgm:pt>
    <dgm:pt modelId="{F48F3B83-9366-4409-A0AB-9D1227F7B0F8}">
      <dgm:prSet/>
      <dgm:spPr/>
      <dgm:t>
        <a:bodyPr/>
        <a:lstStyle/>
        <a:p>
          <a:r>
            <a:rPr lang="en-US"/>
            <a:t>Dashboard/User Notification</a:t>
          </a:r>
          <a:endParaRPr lang="en-IN"/>
        </a:p>
      </dgm:t>
    </dgm:pt>
    <dgm:pt modelId="{3F84BBE2-9F36-4750-B2A7-3A7F4E43CB4E}" type="parTrans" cxnId="{682B1C7D-B38B-4E5F-8051-C9CAAEE6CAD0}">
      <dgm:prSet/>
      <dgm:spPr/>
      <dgm:t>
        <a:bodyPr/>
        <a:lstStyle/>
        <a:p>
          <a:endParaRPr lang="en-IN"/>
        </a:p>
      </dgm:t>
    </dgm:pt>
    <dgm:pt modelId="{75DD5735-4508-4797-96D9-68084C52A472}" type="sibTrans" cxnId="{682B1C7D-B38B-4E5F-8051-C9CAAEE6CAD0}">
      <dgm:prSet/>
      <dgm:spPr/>
      <dgm:t>
        <a:bodyPr/>
        <a:lstStyle/>
        <a:p>
          <a:endParaRPr lang="en-IN"/>
        </a:p>
      </dgm:t>
    </dgm:pt>
    <dgm:pt modelId="{5543F5D6-CB3A-4B45-9E1D-3E84A89A1247}" type="pres">
      <dgm:prSet presAssocID="{23F0D1E8-18EC-4FE9-8610-63D80E3D2189}" presName="Name0" presStyleCnt="0">
        <dgm:presLayoutVars>
          <dgm:dir/>
          <dgm:resizeHandles val="exact"/>
        </dgm:presLayoutVars>
      </dgm:prSet>
      <dgm:spPr/>
    </dgm:pt>
    <dgm:pt modelId="{B9C427F9-6893-42AE-BC00-6F0AB80FA0C7}" type="pres">
      <dgm:prSet presAssocID="{11FC0908-3926-4001-A1BB-E828F1811B27}" presName="node" presStyleLbl="node1" presStyleIdx="0" presStyleCnt="9">
        <dgm:presLayoutVars>
          <dgm:bulletEnabled val="1"/>
        </dgm:presLayoutVars>
      </dgm:prSet>
      <dgm:spPr/>
    </dgm:pt>
    <dgm:pt modelId="{EEC7D9B4-510B-4E82-ACA5-5569394D256E}" type="pres">
      <dgm:prSet presAssocID="{E3BDABFB-DDA6-436B-BCF6-EAFFBAB7EBA7}" presName="sibTrans" presStyleLbl="sibTrans2D1" presStyleIdx="0" presStyleCnt="8"/>
      <dgm:spPr/>
    </dgm:pt>
    <dgm:pt modelId="{CA3207BB-2086-40C3-91FA-6DF2E1900DEA}" type="pres">
      <dgm:prSet presAssocID="{E3BDABFB-DDA6-436B-BCF6-EAFFBAB7EBA7}" presName="connectorText" presStyleLbl="sibTrans2D1" presStyleIdx="0" presStyleCnt="8"/>
      <dgm:spPr/>
    </dgm:pt>
    <dgm:pt modelId="{CD89A1C1-F1D9-493F-BA8D-8C840E45E2E4}" type="pres">
      <dgm:prSet presAssocID="{2C9AE9B2-E101-4776-B138-9403F6CF8657}" presName="node" presStyleLbl="node1" presStyleIdx="1" presStyleCnt="9">
        <dgm:presLayoutVars>
          <dgm:bulletEnabled val="1"/>
        </dgm:presLayoutVars>
      </dgm:prSet>
      <dgm:spPr/>
    </dgm:pt>
    <dgm:pt modelId="{FE169EF2-FA63-40EA-92E8-433404EE83AB}" type="pres">
      <dgm:prSet presAssocID="{BA4CD003-EFBC-4180-811F-621071DCEAC4}" presName="sibTrans" presStyleLbl="sibTrans2D1" presStyleIdx="1" presStyleCnt="8"/>
      <dgm:spPr/>
    </dgm:pt>
    <dgm:pt modelId="{23134240-9C90-45AD-A184-E8C3869E557B}" type="pres">
      <dgm:prSet presAssocID="{BA4CD003-EFBC-4180-811F-621071DCEAC4}" presName="connectorText" presStyleLbl="sibTrans2D1" presStyleIdx="1" presStyleCnt="8"/>
      <dgm:spPr/>
    </dgm:pt>
    <dgm:pt modelId="{28BA483C-B6FD-484F-8AD6-B99065C36A94}" type="pres">
      <dgm:prSet presAssocID="{C9D5E9FD-7E9A-4592-ABD6-8DFFB4C2558B}" presName="node" presStyleLbl="node1" presStyleIdx="2" presStyleCnt="9">
        <dgm:presLayoutVars>
          <dgm:bulletEnabled val="1"/>
        </dgm:presLayoutVars>
      </dgm:prSet>
      <dgm:spPr/>
    </dgm:pt>
    <dgm:pt modelId="{83929259-BD0D-4ADD-B64C-B724CD21245F}" type="pres">
      <dgm:prSet presAssocID="{AE23269D-A7D9-4E0C-95AB-A0E0592E0B71}" presName="sibTrans" presStyleLbl="sibTrans2D1" presStyleIdx="2" presStyleCnt="8"/>
      <dgm:spPr/>
    </dgm:pt>
    <dgm:pt modelId="{61379EFF-C2CF-4756-AEAD-890730D9035C}" type="pres">
      <dgm:prSet presAssocID="{AE23269D-A7D9-4E0C-95AB-A0E0592E0B71}" presName="connectorText" presStyleLbl="sibTrans2D1" presStyleIdx="2" presStyleCnt="8"/>
      <dgm:spPr/>
    </dgm:pt>
    <dgm:pt modelId="{9BCFC399-D65D-4B5A-8390-BC4C7FFB478E}" type="pres">
      <dgm:prSet presAssocID="{D2D5681A-4560-4F8A-BA60-39E276ABA9E7}" presName="node" presStyleLbl="node1" presStyleIdx="3" presStyleCnt="9">
        <dgm:presLayoutVars>
          <dgm:bulletEnabled val="1"/>
        </dgm:presLayoutVars>
      </dgm:prSet>
      <dgm:spPr/>
    </dgm:pt>
    <dgm:pt modelId="{BFA4F7F1-0B3C-48E6-AA25-A0392BD29DD7}" type="pres">
      <dgm:prSet presAssocID="{6C9483AC-A123-404F-93B0-2C3410EC01D3}" presName="sibTrans" presStyleLbl="sibTrans2D1" presStyleIdx="3" presStyleCnt="8"/>
      <dgm:spPr/>
    </dgm:pt>
    <dgm:pt modelId="{DC92F14B-AC9A-4335-9845-6709932DB7A0}" type="pres">
      <dgm:prSet presAssocID="{6C9483AC-A123-404F-93B0-2C3410EC01D3}" presName="connectorText" presStyleLbl="sibTrans2D1" presStyleIdx="3" presStyleCnt="8"/>
      <dgm:spPr/>
    </dgm:pt>
    <dgm:pt modelId="{6A6B95C9-5B55-458B-A93A-BE2F1B6F0403}" type="pres">
      <dgm:prSet presAssocID="{B84DA6B9-5526-48DC-83EC-E80B2D031600}" presName="node" presStyleLbl="node1" presStyleIdx="4" presStyleCnt="9">
        <dgm:presLayoutVars>
          <dgm:bulletEnabled val="1"/>
        </dgm:presLayoutVars>
      </dgm:prSet>
      <dgm:spPr/>
    </dgm:pt>
    <dgm:pt modelId="{52DBBB4D-68AF-42D3-90EB-58F0020CF97C}" type="pres">
      <dgm:prSet presAssocID="{EC115C19-7946-4B71-A38B-A8823B952F1C}" presName="sibTrans" presStyleLbl="sibTrans2D1" presStyleIdx="4" presStyleCnt="8"/>
      <dgm:spPr/>
    </dgm:pt>
    <dgm:pt modelId="{52CEAF4F-E961-4325-B586-15C00B200AC0}" type="pres">
      <dgm:prSet presAssocID="{EC115C19-7946-4B71-A38B-A8823B952F1C}" presName="connectorText" presStyleLbl="sibTrans2D1" presStyleIdx="4" presStyleCnt="8"/>
      <dgm:spPr/>
    </dgm:pt>
    <dgm:pt modelId="{0DEC3C47-F52C-4704-BA0E-F1F363DF1158}" type="pres">
      <dgm:prSet presAssocID="{5BE799C6-8B57-4328-B226-590FE56CCAB9}" presName="node" presStyleLbl="node1" presStyleIdx="5" presStyleCnt="9">
        <dgm:presLayoutVars>
          <dgm:bulletEnabled val="1"/>
        </dgm:presLayoutVars>
      </dgm:prSet>
      <dgm:spPr/>
    </dgm:pt>
    <dgm:pt modelId="{A37EE2D2-7C6E-4C4D-9055-137AAC8F0C46}" type="pres">
      <dgm:prSet presAssocID="{6040F28C-2E20-4AAB-8E8D-3B51B384F367}" presName="sibTrans" presStyleLbl="sibTrans2D1" presStyleIdx="5" presStyleCnt="8"/>
      <dgm:spPr/>
    </dgm:pt>
    <dgm:pt modelId="{1F08EB9D-9769-459F-A572-C8DCFA42FFFD}" type="pres">
      <dgm:prSet presAssocID="{6040F28C-2E20-4AAB-8E8D-3B51B384F367}" presName="connectorText" presStyleLbl="sibTrans2D1" presStyleIdx="5" presStyleCnt="8"/>
      <dgm:spPr/>
    </dgm:pt>
    <dgm:pt modelId="{8F3EEA58-F80C-4865-8972-19A97EAA2FFE}" type="pres">
      <dgm:prSet presAssocID="{642ABBF2-D5C9-4677-96C2-1AEBE6731486}" presName="node" presStyleLbl="node1" presStyleIdx="6" presStyleCnt="9">
        <dgm:presLayoutVars>
          <dgm:bulletEnabled val="1"/>
        </dgm:presLayoutVars>
      </dgm:prSet>
      <dgm:spPr/>
    </dgm:pt>
    <dgm:pt modelId="{CC2C2B4C-BF7D-4F6E-A520-1D820B0F468F}" type="pres">
      <dgm:prSet presAssocID="{DF595C6D-BBB4-4E07-BB29-1F67E388B0F7}" presName="sibTrans" presStyleLbl="sibTrans2D1" presStyleIdx="6" presStyleCnt="8"/>
      <dgm:spPr/>
    </dgm:pt>
    <dgm:pt modelId="{2133FE63-73C6-4FA6-A345-D0F444F49520}" type="pres">
      <dgm:prSet presAssocID="{DF595C6D-BBB4-4E07-BB29-1F67E388B0F7}" presName="connectorText" presStyleLbl="sibTrans2D1" presStyleIdx="6" presStyleCnt="8"/>
      <dgm:spPr/>
    </dgm:pt>
    <dgm:pt modelId="{C3EA536C-5AED-472D-8576-199B76231755}" type="pres">
      <dgm:prSet presAssocID="{5694BEC4-4025-4473-A854-6B20428AF60A}" presName="node" presStyleLbl="node1" presStyleIdx="7" presStyleCnt="9">
        <dgm:presLayoutVars>
          <dgm:bulletEnabled val="1"/>
        </dgm:presLayoutVars>
      </dgm:prSet>
      <dgm:spPr/>
    </dgm:pt>
    <dgm:pt modelId="{17C8B8C8-C06A-4E73-B185-96D994E97D3D}" type="pres">
      <dgm:prSet presAssocID="{A1E2A996-1E0E-4138-B762-B21AB32F3EC5}" presName="sibTrans" presStyleLbl="sibTrans2D1" presStyleIdx="7" presStyleCnt="8"/>
      <dgm:spPr/>
    </dgm:pt>
    <dgm:pt modelId="{696CCD00-2983-4F08-B8F3-1E94592BC3C3}" type="pres">
      <dgm:prSet presAssocID="{A1E2A996-1E0E-4138-B762-B21AB32F3EC5}" presName="connectorText" presStyleLbl="sibTrans2D1" presStyleIdx="7" presStyleCnt="8"/>
      <dgm:spPr/>
    </dgm:pt>
    <dgm:pt modelId="{94F996F9-48ED-4630-8C3D-F9783963BEBE}" type="pres">
      <dgm:prSet presAssocID="{F48F3B83-9366-4409-A0AB-9D1227F7B0F8}" presName="node" presStyleLbl="node1" presStyleIdx="8" presStyleCnt="9">
        <dgm:presLayoutVars>
          <dgm:bulletEnabled val="1"/>
        </dgm:presLayoutVars>
      </dgm:prSet>
      <dgm:spPr/>
    </dgm:pt>
  </dgm:ptLst>
  <dgm:cxnLst>
    <dgm:cxn modelId="{6AFF9500-CD8D-4C9E-920D-DB4876775285}" srcId="{23F0D1E8-18EC-4FE9-8610-63D80E3D2189}" destId="{11FC0908-3926-4001-A1BB-E828F1811B27}" srcOrd="0" destOrd="0" parTransId="{03A625B8-BB56-4DDE-94CF-DB38DAD4BD72}" sibTransId="{E3BDABFB-DDA6-436B-BCF6-EAFFBAB7EBA7}"/>
    <dgm:cxn modelId="{289D8201-A17A-4EC7-BF02-4CC8DAACF5D8}" type="presOf" srcId="{AE23269D-A7D9-4E0C-95AB-A0E0592E0B71}" destId="{61379EFF-C2CF-4756-AEAD-890730D9035C}" srcOrd="1" destOrd="0" presId="urn:microsoft.com/office/officeart/2005/8/layout/process1"/>
    <dgm:cxn modelId="{66D7CA01-976A-4CD6-854E-C8164DB303BF}" type="presOf" srcId="{EC115C19-7946-4B71-A38B-A8823B952F1C}" destId="{52DBBB4D-68AF-42D3-90EB-58F0020CF97C}" srcOrd="0" destOrd="0" presId="urn:microsoft.com/office/officeart/2005/8/layout/process1"/>
    <dgm:cxn modelId="{E6FB2108-AD9E-48AD-8D95-780FDEAEFDB8}" type="presOf" srcId="{BA4CD003-EFBC-4180-811F-621071DCEAC4}" destId="{FE169EF2-FA63-40EA-92E8-433404EE83AB}" srcOrd="0" destOrd="0" presId="urn:microsoft.com/office/officeart/2005/8/layout/process1"/>
    <dgm:cxn modelId="{9DA0640B-6311-49F8-AF0F-521F3B6F4F2E}" type="presOf" srcId="{6C9483AC-A123-404F-93B0-2C3410EC01D3}" destId="{BFA4F7F1-0B3C-48E6-AA25-A0392BD29DD7}" srcOrd="0" destOrd="0" presId="urn:microsoft.com/office/officeart/2005/8/layout/process1"/>
    <dgm:cxn modelId="{8221990D-F956-45AE-8E9A-884F4D92018A}" type="presOf" srcId="{DF595C6D-BBB4-4E07-BB29-1F67E388B0F7}" destId="{2133FE63-73C6-4FA6-A345-D0F444F49520}" srcOrd="1" destOrd="0" presId="urn:microsoft.com/office/officeart/2005/8/layout/process1"/>
    <dgm:cxn modelId="{EFF0E70D-CEE2-448F-AA3C-13C4A3225521}" type="presOf" srcId="{BA4CD003-EFBC-4180-811F-621071DCEAC4}" destId="{23134240-9C90-45AD-A184-E8C3869E557B}" srcOrd="1" destOrd="0" presId="urn:microsoft.com/office/officeart/2005/8/layout/process1"/>
    <dgm:cxn modelId="{89CDA512-3B11-4406-A260-1317CAF7A9E8}" type="presOf" srcId="{11FC0908-3926-4001-A1BB-E828F1811B27}" destId="{B9C427F9-6893-42AE-BC00-6F0AB80FA0C7}" srcOrd="0" destOrd="0" presId="urn:microsoft.com/office/officeart/2005/8/layout/process1"/>
    <dgm:cxn modelId="{11C53B19-BF96-49D1-A2DA-D59277396085}" srcId="{23F0D1E8-18EC-4FE9-8610-63D80E3D2189}" destId="{5694BEC4-4025-4473-A854-6B20428AF60A}" srcOrd="7" destOrd="0" parTransId="{C040CA2E-E9B3-4C11-BB12-311F31AD724A}" sibTransId="{A1E2A996-1E0E-4138-B762-B21AB32F3EC5}"/>
    <dgm:cxn modelId="{5740CB1B-2539-4710-A372-338A7AE530EF}" type="presOf" srcId="{6040F28C-2E20-4AAB-8E8D-3B51B384F367}" destId="{1F08EB9D-9769-459F-A572-C8DCFA42FFFD}" srcOrd="1" destOrd="0" presId="urn:microsoft.com/office/officeart/2005/8/layout/process1"/>
    <dgm:cxn modelId="{98B5A126-6B9C-45B9-BD79-48D10EF6B9BA}" type="presOf" srcId="{E3BDABFB-DDA6-436B-BCF6-EAFFBAB7EBA7}" destId="{EEC7D9B4-510B-4E82-ACA5-5569394D256E}" srcOrd="0" destOrd="0" presId="urn:microsoft.com/office/officeart/2005/8/layout/process1"/>
    <dgm:cxn modelId="{4F484C30-4E9E-45FE-950B-FF265A982CAE}" type="presOf" srcId="{F48F3B83-9366-4409-A0AB-9D1227F7B0F8}" destId="{94F996F9-48ED-4630-8C3D-F9783963BEBE}" srcOrd="0" destOrd="0" presId="urn:microsoft.com/office/officeart/2005/8/layout/process1"/>
    <dgm:cxn modelId="{D65EC033-F9A2-462C-8FAB-8CABB41257B2}" type="presOf" srcId="{6C9483AC-A123-404F-93B0-2C3410EC01D3}" destId="{DC92F14B-AC9A-4335-9845-6709932DB7A0}" srcOrd="1" destOrd="0" presId="urn:microsoft.com/office/officeart/2005/8/layout/process1"/>
    <dgm:cxn modelId="{DA44E63C-873B-4D93-8C38-66FFC6B6EAD6}" type="presOf" srcId="{A1E2A996-1E0E-4138-B762-B21AB32F3EC5}" destId="{696CCD00-2983-4F08-B8F3-1E94592BC3C3}" srcOrd="1" destOrd="0" presId="urn:microsoft.com/office/officeart/2005/8/layout/process1"/>
    <dgm:cxn modelId="{A990F43E-3FB0-4B7C-BE67-3308D33CA7AF}" type="presOf" srcId="{5694BEC4-4025-4473-A854-6B20428AF60A}" destId="{C3EA536C-5AED-472D-8576-199B76231755}" srcOrd="0" destOrd="0" presId="urn:microsoft.com/office/officeart/2005/8/layout/process1"/>
    <dgm:cxn modelId="{41681B3F-DF15-4C42-9B68-98D2915BB072}" type="presOf" srcId="{C9D5E9FD-7E9A-4592-ABD6-8DFFB4C2558B}" destId="{28BA483C-B6FD-484F-8AD6-B99065C36A94}" srcOrd="0" destOrd="0" presId="urn:microsoft.com/office/officeart/2005/8/layout/process1"/>
    <dgm:cxn modelId="{0F71CB66-1DDE-411B-B7E5-B68F7C64B3E5}" type="presOf" srcId="{23F0D1E8-18EC-4FE9-8610-63D80E3D2189}" destId="{5543F5D6-CB3A-4B45-9E1D-3E84A89A1247}" srcOrd="0" destOrd="0" presId="urn:microsoft.com/office/officeart/2005/8/layout/process1"/>
    <dgm:cxn modelId="{A9782A67-7A82-4750-88D9-1888B1362506}" type="presOf" srcId="{A1E2A996-1E0E-4138-B762-B21AB32F3EC5}" destId="{17C8B8C8-C06A-4E73-B185-96D994E97D3D}" srcOrd="0" destOrd="0" presId="urn:microsoft.com/office/officeart/2005/8/layout/process1"/>
    <dgm:cxn modelId="{B4C6496B-B039-4771-A8A3-8A21931AB3C1}" type="presOf" srcId="{E3BDABFB-DDA6-436B-BCF6-EAFFBAB7EBA7}" destId="{CA3207BB-2086-40C3-91FA-6DF2E1900DEA}" srcOrd="1" destOrd="0" presId="urn:microsoft.com/office/officeart/2005/8/layout/process1"/>
    <dgm:cxn modelId="{9FC5DE6B-649B-4064-8E57-812C5A53DB4F}" srcId="{23F0D1E8-18EC-4FE9-8610-63D80E3D2189}" destId="{B84DA6B9-5526-48DC-83EC-E80B2D031600}" srcOrd="4" destOrd="0" parTransId="{72F182BB-797C-495F-B845-0C048371BBCB}" sibTransId="{EC115C19-7946-4B71-A38B-A8823B952F1C}"/>
    <dgm:cxn modelId="{B17A5F6C-080E-4841-89D0-499E6DBE0A6E}" type="presOf" srcId="{EC115C19-7946-4B71-A38B-A8823B952F1C}" destId="{52CEAF4F-E961-4325-B586-15C00B200AC0}" srcOrd="1" destOrd="0" presId="urn:microsoft.com/office/officeart/2005/8/layout/process1"/>
    <dgm:cxn modelId="{682B1C7D-B38B-4E5F-8051-C9CAAEE6CAD0}" srcId="{23F0D1E8-18EC-4FE9-8610-63D80E3D2189}" destId="{F48F3B83-9366-4409-A0AB-9D1227F7B0F8}" srcOrd="8" destOrd="0" parTransId="{3F84BBE2-9F36-4750-B2A7-3A7F4E43CB4E}" sibTransId="{75DD5735-4508-4797-96D9-68084C52A472}"/>
    <dgm:cxn modelId="{5E56EB84-2E1D-4ABA-852B-BD27DCDF7730}" srcId="{23F0D1E8-18EC-4FE9-8610-63D80E3D2189}" destId="{5BE799C6-8B57-4328-B226-590FE56CCAB9}" srcOrd="5" destOrd="0" parTransId="{033BA22B-809F-4D16-A020-7EE04A4DF816}" sibTransId="{6040F28C-2E20-4AAB-8E8D-3B51B384F367}"/>
    <dgm:cxn modelId="{A37E1A92-06E4-4B5D-BFF2-D64A1127C471}" type="presOf" srcId="{5BE799C6-8B57-4328-B226-590FE56CCAB9}" destId="{0DEC3C47-F52C-4704-BA0E-F1F363DF1158}" srcOrd="0" destOrd="0" presId="urn:microsoft.com/office/officeart/2005/8/layout/process1"/>
    <dgm:cxn modelId="{41B6AF92-B76E-40E8-872E-2D8139C58A9A}" type="presOf" srcId="{2C9AE9B2-E101-4776-B138-9403F6CF8657}" destId="{CD89A1C1-F1D9-493F-BA8D-8C840E45E2E4}" srcOrd="0" destOrd="0" presId="urn:microsoft.com/office/officeart/2005/8/layout/process1"/>
    <dgm:cxn modelId="{B2315E93-CAC0-41C9-A779-186982CB2D3F}" srcId="{23F0D1E8-18EC-4FE9-8610-63D80E3D2189}" destId="{2C9AE9B2-E101-4776-B138-9403F6CF8657}" srcOrd="1" destOrd="0" parTransId="{679D0A5D-F83C-44BD-911A-7488DD848392}" sibTransId="{BA4CD003-EFBC-4180-811F-621071DCEAC4}"/>
    <dgm:cxn modelId="{A966F5A6-7252-4170-A6D4-F50A10950B4C}" type="presOf" srcId="{D2D5681A-4560-4F8A-BA60-39E276ABA9E7}" destId="{9BCFC399-D65D-4B5A-8390-BC4C7FFB478E}" srcOrd="0" destOrd="0" presId="urn:microsoft.com/office/officeart/2005/8/layout/process1"/>
    <dgm:cxn modelId="{639D40AA-D7FB-475D-AD85-A94A8DBF5CC2}" type="presOf" srcId="{642ABBF2-D5C9-4677-96C2-1AEBE6731486}" destId="{8F3EEA58-F80C-4865-8972-19A97EAA2FFE}" srcOrd="0" destOrd="0" presId="urn:microsoft.com/office/officeart/2005/8/layout/process1"/>
    <dgm:cxn modelId="{339120AE-B05A-40F0-999D-67175469D507}" type="presOf" srcId="{B84DA6B9-5526-48DC-83EC-E80B2D031600}" destId="{6A6B95C9-5B55-458B-A93A-BE2F1B6F0403}" srcOrd="0" destOrd="0" presId="urn:microsoft.com/office/officeart/2005/8/layout/process1"/>
    <dgm:cxn modelId="{81FB41AE-1AAF-49CE-B3AB-7577565A26E5}" type="presOf" srcId="{AE23269D-A7D9-4E0C-95AB-A0E0592E0B71}" destId="{83929259-BD0D-4ADD-B64C-B724CD21245F}" srcOrd="0" destOrd="0" presId="urn:microsoft.com/office/officeart/2005/8/layout/process1"/>
    <dgm:cxn modelId="{63A4CFB4-FAA0-420A-9B6F-44D68DF5DCF7}" srcId="{23F0D1E8-18EC-4FE9-8610-63D80E3D2189}" destId="{D2D5681A-4560-4F8A-BA60-39E276ABA9E7}" srcOrd="3" destOrd="0" parTransId="{CDB19A36-58CA-4755-B326-9653C07A292E}" sibTransId="{6C9483AC-A123-404F-93B0-2C3410EC01D3}"/>
    <dgm:cxn modelId="{416878D4-3400-45E9-8660-43F6537274D8}" type="presOf" srcId="{6040F28C-2E20-4AAB-8E8D-3B51B384F367}" destId="{A37EE2D2-7C6E-4C4D-9055-137AAC8F0C46}" srcOrd="0" destOrd="0" presId="urn:microsoft.com/office/officeart/2005/8/layout/process1"/>
    <dgm:cxn modelId="{3185E9E1-D71B-45C6-9A35-9E1CA2B46733}" type="presOf" srcId="{DF595C6D-BBB4-4E07-BB29-1F67E388B0F7}" destId="{CC2C2B4C-BF7D-4F6E-A520-1D820B0F468F}" srcOrd="0" destOrd="0" presId="urn:microsoft.com/office/officeart/2005/8/layout/process1"/>
    <dgm:cxn modelId="{1B1A70E6-9ED1-4A04-B724-9F034553D63B}" srcId="{23F0D1E8-18EC-4FE9-8610-63D80E3D2189}" destId="{C9D5E9FD-7E9A-4592-ABD6-8DFFB4C2558B}" srcOrd="2" destOrd="0" parTransId="{450DD022-4FF4-4145-BA1E-9589B0AAD9CE}" sibTransId="{AE23269D-A7D9-4E0C-95AB-A0E0592E0B71}"/>
    <dgm:cxn modelId="{C9CD6AFF-57EE-4B40-A04D-EBA1F7A9110D}" srcId="{23F0D1E8-18EC-4FE9-8610-63D80E3D2189}" destId="{642ABBF2-D5C9-4677-96C2-1AEBE6731486}" srcOrd="6" destOrd="0" parTransId="{373DBC3A-BE8C-4CB9-A7BA-FF0FC1F33BF5}" sibTransId="{DF595C6D-BBB4-4E07-BB29-1F67E388B0F7}"/>
    <dgm:cxn modelId="{BE161A51-641C-44BF-B4F3-C75DEE200DFB}" type="presParOf" srcId="{5543F5D6-CB3A-4B45-9E1D-3E84A89A1247}" destId="{B9C427F9-6893-42AE-BC00-6F0AB80FA0C7}" srcOrd="0" destOrd="0" presId="urn:microsoft.com/office/officeart/2005/8/layout/process1"/>
    <dgm:cxn modelId="{53CBEAFB-0F5A-449A-9AEA-61D45D8DEC4B}" type="presParOf" srcId="{5543F5D6-CB3A-4B45-9E1D-3E84A89A1247}" destId="{EEC7D9B4-510B-4E82-ACA5-5569394D256E}" srcOrd="1" destOrd="0" presId="urn:microsoft.com/office/officeart/2005/8/layout/process1"/>
    <dgm:cxn modelId="{BF11DE86-C8C7-49BB-B2A3-56352A662864}" type="presParOf" srcId="{EEC7D9B4-510B-4E82-ACA5-5569394D256E}" destId="{CA3207BB-2086-40C3-91FA-6DF2E1900DEA}" srcOrd="0" destOrd="0" presId="urn:microsoft.com/office/officeart/2005/8/layout/process1"/>
    <dgm:cxn modelId="{DCE7EB16-60BB-4C03-BB9E-113C3741A248}" type="presParOf" srcId="{5543F5D6-CB3A-4B45-9E1D-3E84A89A1247}" destId="{CD89A1C1-F1D9-493F-BA8D-8C840E45E2E4}" srcOrd="2" destOrd="0" presId="urn:microsoft.com/office/officeart/2005/8/layout/process1"/>
    <dgm:cxn modelId="{CA934511-58DF-48B1-9743-903F0D00F41D}" type="presParOf" srcId="{5543F5D6-CB3A-4B45-9E1D-3E84A89A1247}" destId="{FE169EF2-FA63-40EA-92E8-433404EE83AB}" srcOrd="3" destOrd="0" presId="urn:microsoft.com/office/officeart/2005/8/layout/process1"/>
    <dgm:cxn modelId="{9D0E6520-B6BE-48CF-8CE8-B8573C6C87CB}" type="presParOf" srcId="{FE169EF2-FA63-40EA-92E8-433404EE83AB}" destId="{23134240-9C90-45AD-A184-E8C3869E557B}" srcOrd="0" destOrd="0" presId="urn:microsoft.com/office/officeart/2005/8/layout/process1"/>
    <dgm:cxn modelId="{2908A484-0C84-4809-B14D-20E6EDA7CCDC}" type="presParOf" srcId="{5543F5D6-CB3A-4B45-9E1D-3E84A89A1247}" destId="{28BA483C-B6FD-484F-8AD6-B99065C36A94}" srcOrd="4" destOrd="0" presId="urn:microsoft.com/office/officeart/2005/8/layout/process1"/>
    <dgm:cxn modelId="{F8068F9C-28A0-4257-87E0-2B28029EDF03}" type="presParOf" srcId="{5543F5D6-CB3A-4B45-9E1D-3E84A89A1247}" destId="{83929259-BD0D-4ADD-B64C-B724CD21245F}" srcOrd="5" destOrd="0" presId="urn:microsoft.com/office/officeart/2005/8/layout/process1"/>
    <dgm:cxn modelId="{6A0259C0-E47E-420A-A8FC-E0D7FE711D2D}" type="presParOf" srcId="{83929259-BD0D-4ADD-B64C-B724CD21245F}" destId="{61379EFF-C2CF-4756-AEAD-890730D9035C}" srcOrd="0" destOrd="0" presId="urn:microsoft.com/office/officeart/2005/8/layout/process1"/>
    <dgm:cxn modelId="{A8F159E8-682C-4A98-B228-473B0546A5DF}" type="presParOf" srcId="{5543F5D6-CB3A-4B45-9E1D-3E84A89A1247}" destId="{9BCFC399-D65D-4B5A-8390-BC4C7FFB478E}" srcOrd="6" destOrd="0" presId="urn:microsoft.com/office/officeart/2005/8/layout/process1"/>
    <dgm:cxn modelId="{F2452054-0A2B-4D45-B826-613043E7B46D}" type="presParOf" srcId="{5543F5D6-CB3A-4B45-9E1D-3E84A89A1247}" destId="{BFA4F7F1-0B3C-48E6-AA25-A0392BD29DD7}" srcOrd="7" destOrd="0" presId="urn:microsoft.com/office/officeart/2005/8/layout/process1"/>
    <dgm:cxn modelId="{A6CD3972-C395-4F91-847A-33F465CA56C8}" type="presParOf" srcId="{BFA4F7F1-0B3C-48E6-AA25-A0392BD29DD7}" destId="{DC92F14B-AC9A-4335-9845-6709932DB7A0}" srcOrd="0" destOrd="0" presId="urn:microsoft.com/office/officeart/2005/8/layout/process1"/>
    <dgm:cxn modelId="{DFA0FBAE-5D6B-4F47-81FC-28B6852A8A6D}" type="presParOf" srcId="{5543F5D6-CB3A-4B45-9E1D-3E84A89A1247}" destId="{6A6B95C9-5B55-458B-A93A-BE2F1B6F0403}" srcOrd="8" destOrd="0" presId="urn:microsoft.com/office/officeart/2005/8/layout/process1"/>
    <dgm:cxn modelId="{DFDDD882-7209-43AC-A3E5-3FBA088CBFC9}" type="presParOf" srcId="{5543F5D6-CB3A-4B45-9E1D-3E84A89A1247}" destId="{52DBBB4D-68AF-42D3-90EB-58F0020CF97C}" srcOrd="9" destOrd="0" presId="urn:microsoft.com/office/officeart/2005/8/layout/process1"/>
    <dgm:cxn modelId="{8DBB21D3-2A40-4CCF-A39A-3CC03A08A507}" type="presParOf" srcId="{52DBBB4D-68AF-42D3-90EB-58F0020CF97C}" destId="{52CEAF4F-E961-4325-B586-15C00B200AC0}" srcOrd="0" destOrd="0" presId="urn:microsoft.com/office/officeart/2005/8/layout/process1"/>
    <dgm:cxn modelId="{68A86195-D0B3-416F-86B1-4A72DA8DADA0}" type="presParOf" srcId="{5543F5D6-CB3A-4B45-9E1D-3E84A89A1247}" destId="{0DEC3C47-F52C-4704-BA0E-F1F363DF1158}" srcOrd="10" destOrd="0" presId="urn:microsoft.com/office/officeart/2005/8/layout/process1"/>
    <dgm:cxn modelId="{E087A060-048E-4776-9E65-C4CE441B7FA7}" type="presParOf" srcId="{5543F5D6-CB3A-4B45-9E1D-3E84A89A1247}" destId="{A37EE2D2-7C6E-4C4D-9055-137AAC8F0C46}" srcOrd="11" destOrd="0" presId="urn:microsoft.com/office/officeart/2005/8/layout/process1"/>
    <dgm:cxn modelId="{F5C864F7-138E-46B3-BB54-18A7B5CE64C7}" type="presParOf" srcId="{A37EE2D2-7C6E-4C4D-9055-137AAC8F0C46}" destId="{1F08EB9D-9769-459F-A572-C8DCFA42FFFD}" srcOrd="0" destOrd="0" presId="urn:microsoft.com/office/officeart/2005/8/layout/process1"/>
    <dgm:cxn modelId="{7B1A3118-EEA7-4FC4-A0F6-BB80BF3B0208}" type="presParOf" srcId="{5543F5D6-CB3A-4B45-9E1D-3E84A89A1247}" destId="{8F3EEA58-F80C-4865-8972-19A97EAA2FFE}" srcOrd="12" destOrd="0" presId="urn:microsoft.com/office/officeart/2005/8/layout/process1"/>
    <dgm:cxn modelId="{E1162C30-5E42-4BA3-B3B6-B122E2B0C1CB}" type="presParOf" srcId="{5543F5D6-CB3A-4B45-9E1D-3E84A89A1247}" destId="{CC2C2B4C-BF7D-4F6E-A520-1D820B0F468F}" srcOrd="13" destOrd="0" presId="urn:microsoft.com/office/officeart/2005/8/layout/process1"/>
    <dgm:cxn modelId="{5C3A40FD-19EA-4BAB-8E59-DF26EDAF2C06}" type="presParOf" srcId="{CC2C2B4C-BF7D-4F6E-A520-1D820B0F468F}" destId="{2133FE63-73C6-4FA6-A345-D0F444F49520}" srcOrd="0" destOrd="0" presId="urn:microsoft.com/office/officeart/2005/8/layout/process1"/>
    <dgm:cxn modelId="{D04C6EC9-B61E-4F0E-9D37-B9BCEA919184}" type="presParOf" srcId="{5543F5D6-CB3A-4B45-9E1D-3E84A89A1247}" destId="{C3EA536C-5AED-472D-8576-199B76231755}" srcOrd="14" destOrd="0" presId="urn:microsoft.com/office/officeart/2005/8/layout/process1"/>
    <dgm:cxn modelId="{85D68172-0D32-4612-BB73-85CFCE18B54E}" type="presParOf" srcId="{5543F5D6-CB3A-4B45-9E1D-3E84A89A1247}" destId="{17C8B8C8-C06A-4E73-B185-96D994E97D3D}" srcOrd="15" destOrd="0" presId="urn:microsoft.com/office/officeart/2005/8/layout/process1"/>
    <dgm:cxn modelId="{6356EC1D-60EF-437F-A74C-6F43FE1CC8FB}" type="presParOf" srcId="{17C8B8C8-C06A-4E73-B185-96D994E97D3D}" destId="{696CCD00-2983-4F08-B8F3-1E94592BC3C3}" srcOrd="0" destOrd="0" presId="urn:microsoft.com/office/officeart/2005/8/layout/process1"/>
    <dgm:cxn modelId="{CDC7A096-0AE0-467D-A1D1-4581567520C7}" type="presParOf" srcId="{5543F5D6-CB3A-4B45-9E1D-3E84A89A1247}" destId="{94F996F9-48ED-4630-8C3D-F9783963BEBE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427F9-6893-42AE-BC00-6F0AB80FA0C7}">
      <dsp:nvSpPr>
        <dsp:cNvPr id="0" name=""/>
        <dsp:cNvSpPr/>
      </dsp:nvSpPr>
      <dsp:spPr>
        <a:xfrm>
          <a:off x="3910" y="1173549"/>
          <a:ext cx="904730" cy="542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Flame/Smoke/Temperature Sensors </a:t>
          </a:r>
          <a:r>
            <a:rPr lang="en-US" sz="500" kern="1200">
              <a:sym typeface="Wingdings" panose="05000000000000000000" pitchFamily="2" charset="2"/>
            </a:rPr>
            <a:t></a:t>
          </a:r>
          <a:endParaRPr lang="en-IN" sz="500" kern="1200"/>
        </a:p>
      </dsp:txBody>
      <dsp:txXfrm>
        <a:off x="19809" y="1189448"/>
        <a:ext cx="872932" cy="511040"/>
      </dsp:txXfrm>
    </dsp:sp>
    <dsp:sp modelId="{EEC7D9B4-510B-4E82-ACA5-5569394D256E}">
      <dsp:nvSpPr>
        <dsp:cNvPr id="0" name=""/>
        <dsp:cNvSpPr/>
      </dsp:nvSpPr>
      <dsp:spPr>
        <a:xfrm>
          <a:off x="999114" y="1332782"/>
          <a:ext cx="191802" cy="2243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999114" y="1377657"/>
        <a:ext cx="134261" cy="134623"/>
      </dsp:txXfrm>
    </dsp:sp>
    <dsp:sp modelId="{CD89A1C1-F1D9-493F-BA8D-8C840E45E2E4}">
      <dsp:nvSpPr>
        <dsp:cNvPr id="0" name=""/>
        <dsp:cNvSpPr/>
      </dsp:nvSpPr>
      <dsp:spPr>
        <a:xfrm>
          <a:off x="1270533" y="1173549"/>
          <a:ext cx="904730" cy="542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ESP32 </a:t>
          </a:r>
          <a:r>
            <a:rPr lang="en-US" sz="500" kern="1200">
              <a:sym typeface="Wingdings" panose="05000000000000000000" pitchFamily="2" charset="2"/>
            </a:rPr>
            <a:t></a:t>
          </a:r>
          <a:r>
            <a:rPr lang="en-US" sz="500" kern="1200"/>
            <a:t> </a:t>
          </a:r>
          <a:endParaRPr lang="en-IN" sz="500" kern="1200"/>
        </a:p>
      </dsp:txBody>
      <dsp:txXfrm>
        <a:off x="1286432" y="1189448"/>
        <a:ext cx="872932" cy="511040"/>
      </dsp:txXfrm>
    </dsp:sp>
    <dsp:sp modelId="{FE169EF2-FA63-40EA-92E8-433404EE83AB}">
      <dsp:nvSpPr>
        <dsp:cNvPr id="0" name=""/>
        <dsp:cNvSpPr/>
      </dsp:nvSpPr>
      <dsp:spPr>
        <a:xfrm>
          <a:off x="2265737" y="1332782"/>
          <a:ext cx="191802" cy="2243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2265737" y="1377657"/>
        <a:ext cx="134261" cy="134623"/>
      </dsp:txXfrm>
    </dsp:sp>
    <dsp:sp modelId="{28BA483C-B6FD-484F-8AD6-B99065C36A94}">
      <dsp:nvSpPr>
        <dsp:cNvPr id="0" name=""/>
        <dsp:cNvSpPr/>
      </dsp:nvSpPr>
      <dsp:spPr>
        <a:xfrm>
          <a:off x="2537156" y="1173549"/>
          <a:ext cx="904730" cy="542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Data Collection </a:t>
          </a:r>
          <a:r>
            <a:rPr lang="en-US" sz="500" kern="1200">
              <a:sym typeface="Wingdings" panose="05000000000000000000" pitchFamily="2" charset="2"/>
            </a:rPr>
            <a:t></a:t>
          </a:r>
          <a:endParaRPr lang="en-IN" sz="500" kern="1200"/>
        </a:p>
      </dsp:txBody>
      <dsp:txXfrm>
        <a:off x="2553055" y="1189448"/>
        <a:ext cx="872932" cy="511040"/>
      </dsp:txXfrm>
    </dsp:sp>
    <dsp:sp modelId="{83929259-BD0D-4ADD-B64C-B724CD21245F}">
      <dsp:nvSpPr>
        <dsp:cNvPr id="0" name=""/>
        <dsp:cNvSpPr/>
      </dsp:nvSpPr>
      <dsp:spPr>
        <a:xfrm>
          <a:off x="3532360" y="1332782"/>
          <a:ext cx="191802" cy="2243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3532360" y="1377657"/>
        <a:ext cx="134261" cy="134623"/>
      </dsp:txXfrm>
    </dsp:sp>
    <dsp:sp modelId="{9BCFC399-D65D-4B5A-8390-BC4C7FFB478E}">
      <dsp:nvSpPr>
        <dsp:cNvPr id="0" name=""/>
        <dsp:cNvSpPr/>
      </dsp:nvSpPr>
      <dsp:spPr>
        <a:xfrm>
          <a:off x="3803779" y="1173549"/>
          <a:ext cx="904730" cy="542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Data Processing </a:t>
          </a:r>
          <a:r>
            <a:rPr lang="en-US" sz="500" kern="1200">
              <a:sym typeface="Wingdings" panose="05000000000000000000" pitchFamily="2" charset="2"/>
            </a:rPr>
            <a:t></a:t>
          </a:r>
          <a:endParaRPr lang="en-IN" sz="500" kern="1200"/>
        </a:p>
      </dsp:txBody>
      <dsp:txXfrm>
        <a:off x="3819678" y="1189448"/>
        <a:ext cx="872932" cy="511040"/>
      </dsp:txXfrm>
    </dsp:sp>
    <dsp:sp modelId="{BFA4F7F1-0B3C-48E6-AA25-A0392BD29DD7}">
      <dsp:nvSpPr>
        <dsp:cNvPr id="0" name=""/>
        <dsp:cNvSpPr/>
      </dsp:nvSpPr>
      <dsp:spPr>
        <a:xfrm>
          <a:off x="4798983" y="1332782"/>
          <a:ext cx="191802" cy="2243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4798983" y="1377657"/>
        <a:ext cx="134261" cy="134623"/>
      </dsp:txXfrm>
    </dsp:sp>
    <dsp:sp modelId="{6A6B95C9-5B55-458B-A93A-BE2F1B6F0403}">
      <dsp:nvSpPr>
        <dsp:cNvPr id="0" name=""/>
        <dsp:cNvSpPr/>
      </dsp:nvSpPr>
      <dsp:spPr>
        <a:xfrm>
          <a:off x="5070403" y="1173549"/>
          <a:ext cx="904730" cy="542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Threshold Checking </a:t>
          </a:r>
          <a:r>
            <a:rPr lang="en-US" sz="500" kern="1200">
              <a:sym typeface="Wingdings" panose="05000000000000000000" pitchFamily="2" charset="2"/>
            </a:rPr>
            <a:t></a:t>
          </a:r>
          <a:r>
            <a:rPr lang="en-US" sz="500" kern="1200"/>
            <a:t> </a:t>
          </a:r>
          <a:endParaRPr lang="en-IN" sz="500" kern="1200"/>
        </a:p>
      </dsp:txBody>
      <dsp:txXfrm>
        <a:off x="5086302" y="1189448"/>
        <a:ext cx="872932" cy="511040"/>
      </dsp:txXfrm>
    </dsp:sp>
    <dsp:sp modelId="{52DBBB4D-68AF-42D3-90EB-58F0020CF97C}">
      <dsp:nvSpPr>
        <dsp:cNvPr id="0" name=""/>
        <dsp:cNvSpPr/>
      </dsp:nvSpPr>
      <dsp:spPr>
        <a:xfrm>
          <a:off x="6065607" y="1332782"/>
          <a:ext cx="191802" cy="2243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6065607" y="1377657"/>
        <a:ext cx="134261" cy="134623"/>
      </dsp:txXfrm>
    </dsp:sp>
    <dsp:sp modelId="{0DEC3C47-F52C-4704-BA0E-F1F363DF1158}">
      <dsp:nvSpPr>
        <dsp:cNvPr id="0" name=""/>
        <dsp:cNvSpPr/>
      </dsp:nvSpPr>
      <dsp:spPr>
        <a:xfrm>
          <a:off x="6337026" y="1173549"/>
          <a:ext cx="904730" cy="542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Fire Condition Decision </a:t>
          </a:r>
          <a:r>
            <a:rPr lang="en-US" sz="500" kern="1200">
              <a:sym typeface="Wingdings" panose="05000000000000000000" pitchFamily="2" charset="2"/>
            </a:rPr>
            <a:t></a:t>
          </a:r>
          <a:endParaRPr lang="en-IN" sz="500" kern="1200"/>
        </a:p>
      </dsp:txBody>
      <dsp:txXfrm>
        <a:off x="6352925" y="1189448"/>
        <a:ext cx="872932" cy="511040"/>
      </dsp:txXfrm>
    </dsp:sp>
    <dsp:sp modelId="{A37EE2D2-7C6E-4C4D-9055-137AAC8F0C46}">
      <dsp:nvSpPr>
        <dsp:cNvPr id="0" name=""/>
        <dsp:cNvSpPr/>
      </dsp:nvSpPr>
      <dsp:spPr>
        <a:xfrm>
          <a:off x="7332230" y="1332782"/>
          <a:ext cx="191802" cy="2243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7332230" y="1377657"/>
        <a:ext cx="134261" cy="134623"/>
      </dsp:txXfrm>
    </dsp:sp>
    <dsp:sp modelId="{8F3EEA58-F80C-4865-8972-19A97EAA2FFE}">
      <dsp:nvSpPr>
        <dsp:cNvPr id="0" name=""/>
        <dsp:cNvSpPr/>
      </dsp:nvSpPr>
      <dsp:spPr>
        <a:xfrm>
          <a:off x="7603649" y="1173549"/>
          <a:ext cx="904730" cy="542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Buzzer/LED Alert </a:t>
          </a:r>
          <a:r>
            <a:rPr lang="en-US" sz="500" kern="1200">
              <a:sym typeface="Wingdings" panose="05000000000000000000" pitchFamily="2" charset="2"/>
            </a:rPr>
            <a:t></a:t>
          </a:r>
          <a:endParaRPr lang="en-IN" sz="500" kern="1200"/>
        </a:p>
      </dsp:txBody>
      <dsp:txXfrm>
        <a:off x="7619548" y="1189448"/>
        <a:ext cx="872932" cy="511040"/>
      </dsp:txXfrm>
    </dsp:sp>
    <dsp:sp modelId="{CC2C2B4C-BF7D-4F6E-A520-1D820B0F468F}">
      <dsp:nvSpPr>
        <dsp:cNvPr id="0" name=""/>
        <dsp:cNvSpPr/>
      </dsp:nvSpPr>
      <dsp:spPr>
        <a:xfrm>
          <a:off x="8598853" y="1332782"/>
          <a:ext cx="191802" cy="2243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8598853" y="1377657"/>
        <a:ext cx="134261" cy="134623"/>
      </dsp:txXfrm>
    </dsp:sp>
    <dsp:sp modelId="{C3EA536C-5AED-472D-8576-199B76231755}">
      <dsp:nvSpPr>
        <dsp:cNvPr id="0" name=""/>
        <dsp:cNvSpPr/>
      </dsp:nvSpPr>
      <dsp:spPr>
        <a:xfrm>
          <a:off x="8870272" y="1173549"/>
          <a:ext cx="904730" cy="542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IoT Platform </a:t>
          </a:r>
          <a:r>
            <a:rPr lang="en-US" sz="500" kern="1200">
              <a:sym typeface="Wingdings" panose="05000000000000000000" pitchFamily="2" charset="2"/>
            </a:rPr>
            <a:t></a:t>
          </a:r>
          <a:endParaRPr lang="en-IN" sz="500" kern="1200"/>
        </a:p>
      </dsp:txBody>
      <dsp:txXfrm>
        <a:off x="8886171" y="1189448"/>
        <a:ext cx="872932" cy="511040"/>
      </dsp:txXfrm>
    </dsp:sp>
    <dsp:sp modelId="{17C8B8C8-C06A-4E73-B185-96D994E97D3D}">
      <dsp:nvSpPr>
        <dsp:cNvPr id="0" name=""/>
        <dsp:cNvSpPr/>
      </dsp:nvSpPr>
      <dsp:spPr>
        <a:xfrm>
          <a:off x="9865476" y="1332782"/>
          <a:ext cx="191802" cy="2243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9865476" y="1377657"/>
        <a:ext cx="134261" cy="134623"/>
      </dsp:txXfrm>
    </dsp:sp>
    <dsp:sp modelId="{94F996F9-48ED-4630-8C3D-F9783963BEBE}">
      <dsp:nvSpPr>
        <dsp:cNvPr id="0" name=""/>
        <dsp:cNvSpPr/>
      </dsp:nvSpPr>
      <dsp:spPr>
        <a:xfrm>
          <a:off x="10136895" y="1173549"/>
          <a:ext cx="904730" cy="542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Dashboard/User Notification</a:t>
          </a:r>
          <a:endParaRPr lang="en-IN" sz="500" kern="1200"/>
        </a:p>
      </dsp:txBody>
      <dsp:txXfrm>
        <a:off x="10152794" y="1189448"/>
        <a:ext cx="872932" cy="511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86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39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Footer</a:t>
            </a:r>
          </a:p>
        </p:txBody>
      </p:sp>
      <p:sp>
        <p:nvSpPr>
          <p:cNvPr id="6" name="Slide Number Placeholder 5">
            <a:extLst>
              <a:ext uri="{30F4214F-3E4E-4B8B-8AC2-BF59D50B2CD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Date</a:t>
            </a:r>
          </a:p>
        </p:txBody>
      </p:sp>
    </p:spTree>
    <p:extLst>
      <p:ext uri="{7D129387-9967-4C73-939D-69EF041DFD9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DCE28B6-DBFE-4620-B95B-46D05A4EFA88}" type="datetime1">
              <a:rPr lang="en-US"/>
              <a:pPr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E2B100E3-D1A2-4814-971B-1F28BC986B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DL&amp;CO                                                                G.LAVARAJU, Associate Professor, CSE</a:t>
            </a:r>
          </a:p>
        </p:txBody>
      </p:sp>
      <p:pic>
        <p:nvPicPr>
          <p:cNvPr id="5" name="Picture 2">
            <a:extLst>
              <a:ext uri="{DAD87817-DB1B-4DE8-BD41-41BB3E99A74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rPr/>
              <a:pPr/>
              <a:t>‹#›</a:t>
            </a:fld>
            <a:endParaRPr lang="en-US"/>
          </a:p>
        </p:txBody>
      </p:sp>
    </p:spTree>
    <p:extLst>
      <p:ext uri="{E791D5F0-FCE4-45B8-828D-F7D7E855498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B13D2877-58CC-4844-975B-B8D6496C43E9}" type="datetime1">
              <a:rPr lang="en-US"/>
              <a:pPr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7A687B93-B742-4FC6-AC3F-36C63D4DF7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DL&amp;CO                                                                G.LAVARAJU, Associate Professor, CSE</a:t>
            </a:r>
          </a:p>
        </p:txBody>
      </p:sp>
      <p:sp>
        <p:nvSpPr>
          <p:cNvPr id="5" name="Slide Number Placeholder 3">
            <a:extLst>
              <a:ext uri="{A59E037D-D639-4F65-9477-94A0EBCDC4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rPr/>
              <a:pPr/>
              <a:t>‹#›</a:t>
            </a:fld>
            <a:endParaRPr lang="en-US"/>
          </a:p>
        </p:txBody>
      </p:sp>
    </p:spTree>
    <p:extLst>
      <p:ext uri="{917857EF-1D39-4225-A829-037EB1D2793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23D07-B41D-4865-9117-A59235B241FC}" type="datetime1">
              <a:rPr lang="en-US"/>
              <a:pPr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71906065-35B4-4935-A9D1-FD668DE1E59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DL&amp;CO                                                                G.LAVARAJU, Associate Professor, CSE</a:t>
            </a:r>
          </a:p>
        </p:txBody>
      </p:sp>
      <p:sp>
        <p:nvSpPr>
          <p:cNvPr id="6" name="Slide Number Placeholder 5">
            <a:extLst>
              <a:ext uri="{35F2950A-B1CB-4727-AB58-367C2C82CEA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rPr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A00036-920E-B199-A9DA-9BDC974B221E}"/>
              </a:ext>
            </a:extLst>
          </p:cNvPr>
          <p:cNvSpPr txBox="1"/>
          <p:nvPr/>
        </p:nvSpPr>
        <p:spPr>
          <a:xfrm>
            <a:off x="737937" y="1106905"/>
            <a:ext cx="8345905" cy="691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Conclusion &amp; Future Learning</a:t>
            </a:r>
            <a:endParaRPr lang="en-US" altLang="en-US" sz="28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CD4D8F-1EA0-0074-175B-754C446E1727}"/>
              </a:ext>
            </a:extLst>
          </p:cNvPr>
          <p:cNvSpPr txBox="1"/>
          <p:nvPr/>
        </p:nvSpPr>
        <p:spPr>
          <a:xfrm>
            <a:off x="850232" y="1989221"/>
            <a:ext cx="82336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Successfully developed a “Sales Forecasting Machine Learning model”.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Gained practical experience in “Python, data preprocessing, and ML”.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Improved understanding of “data analysis and visualization”. </a:t>
            </a:r>
          </a:p>
          <a:p>
            <a:pPr>
              <a:buNone/>
            </a:pPr>
            <a:r>
              <a:rPr lang="en-IN" sz="2400" b="1" dirty="0"/>
              <a:t>Future Learning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Explore “advanced ML and Deep Learning models”.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Learn “Generative AI and advanced data analytics”.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 model accuracy using</a:t>
            </a:r>
          </a:p>
        </p:txBody>
      </p:sp>
    </p:spTree>
    <p:extLst>
      <p:ext uri="{BB962C8B-B14F-4D97-AF65-F5344CB8AC3E}">
        <p14:creationId xmlns:p14="http://schemas.microsoft.com/office/powerpoint/2010/main" val="2432065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D275-BF3B-0259-FCE4-C0A7B641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13485-BAF2-3D96-8BCB-457C28599D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270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29C3-C699-421C-BD7E-1A120C91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Aft>
                <a:spcPts val="800"/>
              </a:spcAft>
              <a:defRPr sz="2000"/>
            </a:pP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br>
              <a:rPr lang="en-US" sz="2000" b="1" dirty="0">
                <a:solidFill>
                  <a:schemeClr val="tx2"/>
                </a:solidFill>
              </a:rPr>
            </a:b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7B0BC-0340-5642-95B0-4A5B46C72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373" y="2265218"/>
            <a:ext cx="11128663" cy="4478482"/>
          </a:xfrm>
        </p:spPr>
        <p:txBody>
          <a:bodyPr>
            <a:normAutofit fontScale="92500" lnSpcReduction="20000"/>
          </a:bodyPr>
          <a:lstStyle/>
          <a:p>
            <a:r>
              <a:rPr lang="en-US" sz="3300" b="1" dirty="0">
                <a:solidFill>
                  <a:schemeClr val="tx2">
                    <a:lumMod val="75000"/>
                  </a:schemeClr>
                </a:solidFill>
              </a:rPr>
              <a:t>Project: Smart Fire Detection and Early Warning System Using IoT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</a:rPr>
              <a:t>Program: MCA		Year: 2 		Semester: III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</a:rPr>
              <a:t>Review-I: 24-08-2026 to 28-08-2026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</a:rPr>
              <a:t> Team Members:  </a:t>
            </a:r>
          </a:p>
          <a:p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</a:rPr>
              <a:t>K.S.Ch.Mahalakshmi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 -25M11MC139</a:t>
            </a:r>
          </a:p>
          <a:p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</a:rPr>
              <a:t>D.Nagalakshmi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 – 25M11MC050</a:t>
            </a:r>
          </a:p>
          <a:p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</a:rPr>
              <a:t>K.Mythili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 – 25M11MC141</a:t>
            </a:r>
          </a:p>
          <a:p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</a:rPr>
              <a:t>Y.Chinnari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 -25M11MC238</a:t>
            </a:r>
          </a:p>
          <a:p>
            <a:br>
              <a:rPr lang="en-US" sz="1600" b="1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3000" b="1" dirty="0">
                <a:solidFill>
                  <a:schemeClr val="tx2">
                    <a:lumMod val="75000"/>
                  </a:schemeClr>
                </a:solidFill>
              </a:rPr>
              <a:t>Project Guide: Dr.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                                                                                 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</a:rPr>
              <a:t>Project Guide: Dr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. </a:t>
            </a:r>
            <a:br>
              <a:rPr lang="en-US" sz="1600" b="1" dirty="0">
                <a:solidFill>
                  <a:schemeClr val="tx2">
                    <a:lumMod val="75000"/>
                  </a:schemeClr>
                </a:solidFill>
              </a:rPr>
            </a:br>
            <a:endParaRPr lang="en-IN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72097-2A2A-0C00-F88E-69AE60FBF58D}"/>
              </a:ext>
            </a:extLst>
          </p:cNvPr>
          <p:cNvSpPr txBox="1"/>
          <p:nvPr/>
        </p:nvSpPr>
        <p:spPr>
          <a:xfrm>
            <a:off x="3865417" y="1631373"/>
            <a:ext cx="43537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70C0"/>
                </a:solidFill>
              </a:rPr>
              <a:t>IOT PROJECT – REVIEW-I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14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C6CAAD-16CA-99D5-7F5E-2EDBEF926380}"/>
              </a:ext>
            </a:extLst>
          </p:cNvPr>
          <p:cNvSpPr txBox="1"/>
          <p:nvPr/>
        </p:nvSpPr>
        <p:spPr>
          <a:xfrm>
            <a:off x="446809" y="1132609"/>
            <a:ext cx="1144039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Abstract</a:t>
            </a:r>
          </a:p>
          <a:p>
            <a:endParaRPr lang="en-IN" sz="2400" b="1" dirty="0"/>
          </a:p>
          <a:p>
            <a:r>
              <a:rPr lang="en-IN" dirty="0"/>
              <a:t>Fire accidents can cause serious damage to human lives, buildings, equipment, and valuable resources. Early detection of fire is important to reduce damage and improve safety. The proposed </a:t>
            </a:r>
            <a:r>
              <a:rPr lang="en-IN" b="1" dirty="0"/>
              <a:t>Smart Fire Detection and Early Warning System Using IoT</a:t>
            </a:r>
            <a:r>
              <a:rPr lang="en-IN" dirty="0"/>
              <a:t> is designed to continuously monitor the surrounding environment and identify possible fire conditions at an early stage. The system uses a </a:t>
            </a:r>
            <a:r>
              <a:rPr lang="en-IN" b="1" dirty="0"/>
              <a:t>flame sensor, smoke/gas sensor, and temperature sensor</a:t>
            </a:r>
            <a:r>
              <a:rPr lang="en-IN" dirty="0"/>
              <a:t> to collect environmental information. These sensor readings are processed by an </a:t>
            </a:r>
            <a:r>
              <a:rPr lang="en-IN" b="1" dirty="0"/>
              <a:t>ESP32/Arduino microcontroller</a:t>
            </a:r>
            <a:r>
              <a:rPr lang="en-IN" dirty="0"/>
              <a:t> and compared with predefined safety threshold values. When abnormal conditions are detected, the system identifies a possible fire situation and activates a </a:t>
            </a:r>
            <a:r>
              <a:rPr lang="en-IN" b="1" dirty="0"/>
              <a:t>buzzer and LED</a:t>
            </a:r>
            <a:r>
              <a:rPr lang="en-IN" dirty="0"/>
              <a:t> to provide an immediate local warning. The ESP32 uses </a:t>
            </a:r>
            <a:r>
              <a:rPr lang="en-IN" b="1" dirty="0"/>
              <a:t>Wi-Fi</a:t>
            </a:r>
            <a:r>
              <a:rPr lang="en-IN" dirty="0"/>
              <a:t> to transmit sensor information to an IoT platform or monitoring dashboard. This allows users to remotely monitor environmental conditions and receive early warnings when a possible fire condition is detected. The system can be useful in homes, laboratories, offices, classrooms, storage areas, and other suitable environments. The proposed system focuses on </a:t>
            </a:r>
            <a:r>
              <a:rPr lang="en-IN" b="1" dirty="0"/>
              <a:t>early fire detection, real-time monitoring, remote notification, and automatic alert generation</a:t>
            </a:r>
            <a:r>
              <a:rPr lang="en-IN" dirty="0"/>
              <a:t>, providing an IoT-based approach for improving fire safety. </a:t>
            </a:r>
          </a:p>
          <a:p>
            <a:r>
              <a:rPr lang="en-IN" b="1" dirty="0"/>
              <a:t>Keywords:</a:t>
            </a:r>
            <a:r>
              <a:rPr lang="en-IN" dirty="0"/>
              <a:t> IoT, Fire Detection, ESP32, Flame Sensor, Smoke Sensor, Temperature Sensor, Early Warning, Real-Time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14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0676C8-34E0-2811-0799-81C72330DA46}"/>
              </a:ext>
            </a:extLst>
          </p:cNvPr>
          <p:cNvSpPr txBox="1"/>
          <p:nvPr/>
        </p:nvSpPr>
        <p:spPr>
          <a:xfrm>
            <a:off x="301336" y="1049482"/>
            <a:ext cx="1138843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Introduction &amp; Problem Statement</a:t>
            </a:r>
          </a:p>
          <a:p>
            <a:endParaRPr lang="en-IN" sz="2800" b="1" dirty="0"/>
          </a:p>
          <a:p>
            <a:r>
              <a:rPr lang="en-IN" sz="2800" b="1" dirty="0">
                <a:solidFill>
                  <a:schemeClr val="accent1"/>
                </a:solidFill>
              </a:rPr>
              <a:t>Introduction</a:t>
            </a:r>
          </a:p>
          <a:p>
            <a:r>
              <a:rPr lang="en-US" sz="2800" dirty="0"/>
              <a:t>Fire can spread quickly if it is not identified at an early stage. Continuous monitoring can help provide an early warning.</a:t>
            </a:r>
          </a:p>
          <a:p>
            <a:r>
              <a:rPr lang="en-US" sz="2800" dirty="0"/>
              <a:t>The proposed IoT system monitors temperature, smoke, and flame conditions and processes the readings using a microcontroller.</a:t>
            </a:r>
          </a:p>
          <a:p>
            <a:r>
              <a:rPr lang="en-IN" sz="2800" b="1" dirty="0">
                <a:solidFill>
                  <a:schemeClr val="accent1"/>
                </a:solidFill>
              </a:rPr>
              <a:t>Problem Statement</a:t>
            </a:r>
          </a:p>
          <a:p>
            <a:r>
              <a:rPr lang="en-US" sz="2800" dirty="0"/>
              <a:t>• Difficulty in detecting fire conditions early.</a:t>
            </a:r>
          </a:p>
          <a:p>
            <a:r>
              <a:rPr lang="en-IN" sz="2800" dirty="0"/>
              <a:t>• Delayed notification to users.</a:t>
            </a:r>
          </a:p>
          <a:p>
            <a:r>
              <a:rPr lang="en-US" sz="2800" dirty="0"/>
              <a:t>• Lack of continuous remote monitoring.</a:t>
            </a:r>
          </a:p>
          <a:p>
            <a:r>
              <a:rPr lang="en-US" sz="2800" dirty="0"/>
              <a:t>• Dependence on manual observation in some environments.</a:t>
            </a:r>
          </a:p>
          <a:p>
            <a:r>
              <a:rPr lang="en-US" sz="2800" dirty="0"/>
              <a:t>• Lack of automatic IoT-based alerts.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1566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008279-FC27-96A7-D476-DDE4611E444E}"/>
              </a:ext>
            </a:extLst>
          </p:cNvPr>
          <p:cNvSpPr txBox="1"/>
          <p:nvPr/>
        </p:nvSpPr>
        <p:spPr>
          <a:xfrm>
            <a:off x="436419" y="1205346"/>
            <a:ext cx="11305308" cy="4546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Objectives</a:t>
            </a:r>
          </a:p>
          <a:p>
            <a:endParaRPr lang="en-IN" sz="2800" b="1" dirty="0"/>
          </a:p>
          <a:p>
            <a:r>
              <a:rPr lang="en-US" sz="2800" dirty="0"/>
              <a:t>1. Develop an IoT-based smart fire detection system.</a:t>
            </a:r>
          </a:p>
          <a:p>
            <a:r>
              <a:rPr lang="en-US" sz="2800" dirty="0"/>
              <a:t>2. Continuously monitor temperature, smoke, and flame conditions.</a:t>
            </a:r>
          </a:p>
          <a:p>
            <a:r>
              <a:rPr lang="en-US" sz="2800" dirty="0"/>
              <a:t>3. Detect possible fire conditions at an early stage.</a:t>
            </a:r>
          </a:p>
          <a:p>
            <a:r>
              <a:rPr lang="en-US" sz="2800" dirty="0"/>
              <a:t>4. Process sensor data using an ESP32/Arduino.</a:t>
            </a:r>
          </a:p>
          <a:p>
            <a:r>
              <a:rPr lang="en-US" sz="2800" dirty="0"/>
              <a:t>5. Generate a local warning using buzzer and LED.</a:t>
            </a:r>
          </a:p>
          <a:p>
            <a:r>
              <a:rPr lang="en-US" sz="2800" dirty="0"/>
              <a:t>6. Send fire alerts through an IoT platform.</a:t>
            </a:r>
          </a:p>
          <a:p>
            <a:r>
              <a:rPr lang="en-US" sz="2800" dirty="0"/>
              <a:t>7. Provide real-time remote monitoring.</a:t>
            </a:r>
          </a:p>
          <a:p>
            <a:r>
              <a:rPr lang="en-US" sz="2800" dirty="0"/>
              <a:t>8. Improve early warning and reduce response delay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095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55BCDD-DE35-F5C1-DE6F-6B064F26CF07}"/>
              </a:ext>
            </a:extLst>
          </p:cNvPr>
          <p:cNvSpPr txBox="1"/>
          <p:nvPr/>
        </p:nvSpPr>
        <p:spPr>
          <a:xfrm>
            <a:off x="183572" y="733246"/>
            <a:ext cx="1156161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>
              <a:solidFill>
                <a:srgbClr val="C00000"/>
              </a:solidFill>
            </a:endParaRPr>
          </a:p>
          <a:p>
            <a:r>
              <a:rPr lang="en-US" sz="2600" b="1" dirty="0">
                <a:solidFill>
                  <a:schemeClr val="accent1"/>
                </a:solidFill>
              </a:rPr>
              <a:t>Module 1: </a:t>
            </a:r>
          </a:p>
          <a:p>
            <a:r>
              <a:rPr lang="en-US" sz="2600" b="1" dirty="0"/>
              <a:t>Flame Detection: </a:t>
            </a:r>
            <a:r>
              <a:rPr lang="en-US" sz="2600" dirty="0"/>
              <a:t>Detects the presence of flame.</a:t>
            </a:r>
          </a:p>
          <a:p>
            <a:r>
              <a:rPr lang="en-US" sz="2600" b="1" dirty="0">
                <a:solidFill>
                  <a:schemeClr val="accent1"/>
                </a:solidFill>
              </a:rPr>
              <a:t>Module 2:</a:t>
            </a:r>
          </a:p>
          <a:p>
            <a:r>
              <a:rPr lang="en-US" sz="2600" b="1" dirty="0"/>
              <a:t>Smoke Detection: </a:t>
            </a:r>
            <a:r>
              <a:rPr lang="en-US" sz="2600" dirty="0"/>
              <a:t>Detects smoke/gas conditions.</a:t>
            </a:r>
          </a:p>
          <a:p>
            <a:r>
              <a:rPr lang="en-US" sz="2600" b="1" dirty="0">
                <a:solidFill>
                  <a:schemeClr val="accent1"/>
                </a:solidFill>
              </a:rPr>
              <a:t>Module 3: </a:t>
            </a:r>
          </a:p>
          <a:p>
            <a:r>
              <a:rPr lang="en-US" sz="2600" b="1" dirty="0"/>
              <a:t>Temperature Monitoring: </a:t>
            </a:r>
            <a:r>
              <a:rPr lang="en-US" sz="2600" dirty="0"/>
              <a:t>Measures surrounding temperature.</a:t>
            </a:r>
          </a:p>
          <a:p>
            <a:r>
              <a:rPr lang="en-IN" sz="2600" b="1" dirty="0">
                <a:solidFill>
                  <a:schemeClr val="accent1"/>
                </a:solidFill>
              </a:rPr>
              <a:t>Module 4:</a:t>
            </a:r>
          </a:p>
          <a:p>
            <a:r>
              <a:rPr lang="en-IN" sz="2600" b="1" dirty="0"/>
              <a:t>Microcontroller: </a:t>
            </a:r>
            <a:r>
              <a:rPr lang="en-IN" sz="2600" dirty="0"/>
              <a:t>ESP32/Arduino collects and processes sensor data                     </a:t>
            </a:r>
          </a:p>
          <a:p>
            <a:r>
              <a:rPr lang="en-US" sz="2600" b="1" dirty="0">
                <a:solidFill>
                  <a:schemeClr val="accent1"/>
                </a:solidFill>
              </a:rPr>
              <a:t>Module 5:</a:t>
            </a:r>
          </a:p>
          <a:p>
            <a:r>
              <a:rPr lang="en-US" sz="2600" b="1" dirty="0"/>
              <a:t>Fire Condition Analysis: </a:t>
            </a:r>
            <a:r>
              <a:rPr lang="en-US" sz="2600" dirty="0"/>
              <a:t>Compares readings with predefined  thresholds.</a:t>
            </a:r>
          </a:p>
          <a:p>
            <a:r>
              <a:rPr lang="en-US" sz="2600" b="1" dirty="0">
                <a:solidFill>
                  <a:schemeClr val="accent1"/>
                </a:solidFill>
              </a:rPr>
              <a:t>Module 6: </a:t>
            </a:r>
          </a:p>
          <a:p>
            <a:r>
              <a:rPr lang="en-US" sz="2600" b="1" dirty="0"/>
              <a:t>Alert &amp; Notification: </a:t>
            </a:r>
            <a:r>
              <a:rPr lang="en-US" sz="2600" dirty="0"/>
              <a:t>Activates buzzer/LED and sends warning.</a:t>
            </a:r>
          </a:p>
          <a:p>
            <a:r>
              <a:rPr lang="en-US" sz="2600" b="1" dirty="0">
                <a:solidFill>
                  <a:schemeClr val="accent1"/>
                </a:solidFill>
              </a:rPr>
              <a:t>Module 7:</a:t>
            </a:r>
          </a:p>
          <a:p>
            <a:r>
              <a:rPr lang="en-US" sz="2600" b="1" dirty="0"/>
              <a:t>IoT Dashboard: </a:t>
            </a:r>
            <a:r>
              <a:rPr lang="en-US" sz="2600" dirty="0"/>
              <a:t>Displays sensor values and system status.</a:t>
            </a:r>
            <a:endParaRPr lang="en-IN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98791-F759-6A80-7371-5BF8DB43A2F4}"/>
              </a:ext>
            </a:extLst>
          </p:cNvPr>
          <p:cNvSpPr txBox="1"/>
          <p:nvPr/>
        </p:nvSpPr>
        <p:spPr>
          <a:xfrm>
            <a:off x="4052455" y="207817"/>
            <a:ext cx="382385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Proposed IoT Modules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130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E0F03-5AE1-C249-4A3D-1AD838DD2495}"/>
              </a:ext>
            </a:extLst>
          </p:cNvPr>
          <p:cNvSpPr txBox="1"/>
          <p:nvPr/>
        </p:nvSpPr>
        <p:spPr>
          <a:xfrm>
            <a:off x="353290" y="955966"/>
            <a:ext cx="1153390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solidFill>
                  <a:schemeClr val="accent1"/>
                </a:solidFill>
              </a:rPr>
              <a:t>Hardware:</a:t>
            </a:r>
          </a:p>
          <a:p>
            <a:r>
              <a:rPr lang="en-IN" sz="2600" dirty="0"/>
              <a:t>• ESP32/Arduino – Main controller</a:t>
            </a:r>
          </a:p>
          <a:p>
            <a:r>
              <a:rPr lang="en-IN" sz="2600" dirty="0"/>
              <a:t>• Flame Sensor – Flame detection</a:t>
            </a:r>
          </a:p>
          <a:p>
            <a:r>
              <a:rPr lang="en-US" sz="2600" dirty="0"/>
              <a:t>• Smoke/Gas Sensor – Smoke detection</a:t>
            </a:r>
          </a:p>
          <a:p>
            <a:r>
              <a:rPr lang="en-IN" sz="2600" dirty="0"/>
              <a:t>• Temperature Sensor – Temperature measurement</a:t>
            </a:r>
          </a:p>
          <a:p>
            <a:r>
              <a:rPr lang="en-IN" sz="2600" dirty="0"/>
              <a:t>• Buzzer – Warning sound</a:t>
            </a:r>
          </a:p>
          <a:p>
            <a:r>
              <a:rPr lang="en-IN" sz="2600" dirty="0"/>
              <a:t>• LED – Status indication</a:t>
            </a:r>
          </a:p>
          <a:p>
            <a:r>
              <a:rPr lang="en-IN" sz="2600" dirty="0"/>
              <a:t>• LCD/OLED – Sensor display</a:t>
            </a:r>
          </a:p>
          <a:p>
            <a:r>
              <a:rPr lang="en-US" sz="2600" dirty="0"/>
              <a:t>• Breadboard, wires, and power supply</a:t>
            </a:r>
          </a:p>
          <a:p>
            <a:endParaRPr lang="en-US" sz="2600" dirty="0"/>
          </a:p>
          <a:p>
            <a:r>
              <a:rPr lang="en-IN" sz="2600" b="1" dirty="0">
                <a:solidFill>
                  <a:schemeClr val="accent1"/>
                </a:solidFill>
              </a:rPr>
              <a:t>Software: </a:t>
            </a:r>
          </a:p>
          <a:p>
            <a:r>
              <a:rPr lang="en-IN" sz="2600" dirty="0"/>
              <a:t>Arduino IDE, Embedded C/C++, ESP32 board package, Wi-Fi communication, IoT/cloud platform, dashboard/database platform.</a:t>
            </a:r>
          </a:p>
          <a:p>
            <a:endParaRPr lang="en-IN" sz="2600" dirty="0"/>
          </a:p>
          <a:p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DAA231-6236-6B71-3430-71CB8C6F5A70}"/>
              </a:ext>
            </a:extLst>
          </p:cNvPr>
          <p:cNvSpPr txBox="1"/>
          <p:nvPr/>
        </p:nvSpPr>
        <p:spPr>
          <a:xfrm>
            <a:off x="4114800" y="426027"/>
            <a:ext cx="60994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Hardware &amp; Software Requirements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22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82FE0B-45A7-C292-CF41-70AB2D063C2D}"/>
              </a:ext>
            </a:extLst>
          </p:cNvPr>
          <p:cNvSpPr txBox="1"/>
          <p:nvPr/>
        </p:nvSpPr>
        <p:spPr>
          <a:xfrm>
            <a:off x="448541" y="1122218"/>
            <a:ext cx="1129491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/>
                </a:solidFill>
              </a:rPr>
              <a:t>Inputs: </a:t>
            </a:r>
          </a:p>
          <a:p>
            <a:r>
              <a:rPr lang="en-US" sz="2600" dirty="0"/>
              <a:t>Flame readings, smoke/gas readings, temperature readings, threshold values, and Wi-Fi status.</a:t>
            </a:r>
          </a:p>
          <a:p>
            <a:r>
              <a:rPr lang="en-US" sz="2600" b="1" dirty="0">
                <a:solidFill>
                  <a:schemeClr val="accent1"/>
                </a:solidFill>
              </a:rPr>
              <a:t>Outputs: </a:t>
            </a:r>
          </a:p>
          <a:p>
            <a:r>
              <a:rPr lang="en-US" sz="2600" dirty="0"/>
              <a:t>Sensor information, fire warning, buzzer/LED indication, dashboard information, and user notification.</a:t>
            </a:r>
          </a:p>
          <a:p>
            <a:r>
              <a:rPr lang="en-IN" sz="2600" b="1" dirty="0">
                <a:solidFill>
                  <a:schemeClr val="accent1"/>
                </a:solidFill>
              </a:rPr>
              <a:t>Algorithm:</a:t>
            </a:r>
          </a:p>
          <a:p>
            <a:r>
              <a:rPr lang="en-US" sz="2600" dirty="0"/>
              <a:t>1. Start and initialize ESP32 and sensors.</a:t>
            </a:r>
          </a:p>
          <a:p>
            <a:r>
              <a:rPr lang="en-IN" sz="2600" dirty="0"/>
              <a:t>2. Connect to Wi-Fi.</a:t>
            </a:r>
          </a:p>
          <a:p>
            <a:r>
              <a:rPr lang="en-US" sz="2600" dirty="0"/>
              <a:t>3. Read flame, smoke, and temperature sensors.</a:t>
            </a:r>
          </a:p>
          <a:p>
            <a:r>
              <a:rPr lang="en-US" sz="2600" dirty="0"/>
              <a:t>4. Compare readings with predefined thresholds.</a:t>
            </a:r>
          </a:p>
          <a:p>
            <a:r>
              <a:rPr lang="en-US" sz="2600" dirty="0"/>
              <a:t>5. If normal, display normal status.</a:t>
            </a:r>
          </a:p>
          <a:p>
            <a:r>
              <a:rPr lang="en-US" sz="2600" dirty="0"/>
              <a:t>6. If abnormal, activate buzzer/LED and send IoT alert.</a:t>
            </a:r>
          </a:p>
          <a:p>
            <a:r>
              <a:rPr lang="en-US" sz="2600" dirty="0"/>
              <a:t>7. Update dashboard and continue monitoring.</a:t>
            </a:r>
            <a:endParaRPr lang="en-IN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F7C0A-FB1B-66F0-7B11-6C05436237AE}"/>
              </a:ext>
            </a:extLst>
          </p:cNvPr>
          <p:cNvSpPr txBox="1"/>
          <p:nvPr/>
        </p:nvSpPr>
        <p:spPr>
          <a:xfrm>
            <a:off x="4021282" y="384465"/>
            <a:ext cx="4748645" cy="800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Input, Output &amp; Algorithm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65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3DF8887-CD35-38CD-93F0-AF7681D160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547333"/>
              </p:ext>
            </p:extLst>
          </p:nvPr>
        </p:nvGraphicFramePr>
        <p:xfrm>
          <a:off x="415636" y="1402773"/>
          <a:ext cx="11045537" cy="2889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375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874</Words>
  <Application>Microsoft Office PowerPoint</Application>
  <PresentationFormat>Widescreen</PresentationFormat>
  <Paragraphs>98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Calibri Light</vt:lpstr>
      <vt:lpstr>Wingdings</vt:lpstr>
      <vt:lpstr>Office Theme</vt:lpstr>
      <vt:lpstr>PowerPoint Presentation</vt:lpstr>
      <vt:lpstr>PowerPoint Presentation</vt:lpstr>
      <vt:lpstr>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PRASAD DONGALA</dc:creator>
  <cp:lastModifiedBy>PRASAD DONGALA</cp:lastModifiedBy>
  <cp:revision>47</cp:revision>
  <dcterms:created xsi:type="dcterms:W3CDTF">2025-05-29T13:02:32Z</dcterms:created>
  <dcterms:modified xsi:type="dcterms:W3CDTF">2026-08-26T10:32:07Z</dcterms:modified>
</cp:coreProperties>
</file>